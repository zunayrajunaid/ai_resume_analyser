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332D"/>
    <a:srgbClr val="E4A198"/>
    <a:srgbClr val="936757"/>
    <a:srgbClr val="FED1D6"/>
    <a:srgbClr val="FED2D9"/>
    <a:srgbClr val="FEF0EF"/>
    <a:srgbClr val="FFE7E8"/>
    <a:srgbClr val="FFE5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73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9BA213E-1557-49A6-B7D3-98164E10F375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93704E0-762A-4333-8BE5-97D4D3B80259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C86CD52-5461-490B-AD2E-B2B3977A404D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97DBFD4-5A44-40B9-88E5-1B5B8368D235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91D0397-62E7-4956-A764-99120335331D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009D424-F97C-4D67-B672-84208D196ECF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693CA27-15C1-4F21-B2C0-A9FC08BCF4A7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FE5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84CAA80-8648-4288-AFEE-DC292B834949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F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2A20921-0652-4B29-A106-63AFBD179DF4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EF0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CCE0D0A-7F08-49BA-9235-1B39BB982EBF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ED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EB4F872-BB28-49F2-8225-ADD99D47A6CF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FED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807B6E8-E402-4F43-8BF2-B49EB9C43BA1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ellipse">
            <a:avLst/>
          </a:prstGeom>
          <a:solidFill>
            <a:srgbClr val="503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naheed sadia</cp:lastModifiedBy>
  <cp:revision>3</cp:revision>
  <dcterms:created xsi:type="dcterms:W3CDTF">2006-08-16T00:00:00Z</dcterms:created>
  <dcterms:modified xsi:type="dcterms:W3CDTF">2026-05-31T12:15:08Z</dcterms:modified>
</cp:coreProperties>
</file>